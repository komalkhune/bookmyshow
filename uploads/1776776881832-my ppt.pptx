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8" r:id="rId3"/>
    <p:sldId id="259" r:id="rId4"/>
    <p:sldId id="264" r:id="rId5"/>
    <p:sldId id="261" r:id="rId6"/>
    <p:sldId id="265" r:id="rId7"/>
    <p:sldId id="266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9D4B0C2-1C63-6926-1B1F-F90A3DFB3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7155" y="481688"/>
            <a:ext cx="3734857" cy="14508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BFD314D-1331-E0C2-0382-69233B5719E5}"/>
              </a:ext>
            </a:extLst>
          </p:cNvPr>
          <p:cNvSpPr txBox="1"/>
          <p:nvPr/>
        </p:nvSpPr>
        <p:spPr>
          <a:xfrm>
            <a:off x="2103784" y="2394408"/>
            <a:ext cx="105851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Name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of Social Media on Mental Health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1D3E58-02E4-FFCD-189C-6193BB5A99DA}"/>
              </a:ext>
            </a:extLst>
          </p:cNvPr>
          <p:cNvSpPr txBox="1"/>
          <p:nvPr/>
        </p:nvSpPr>
        <p:spPr>
          <a:xfrm>
            <a:off x="2103784" y="3441092"/>
            <a:ext cx="7195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Komal Khune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5030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EB93CB8-A0A9-0196-C93B-30AD6BC6252D}"/>
              </a:ext>
            </a:extLst>
          </p:cNvPr>
          <p:cNvSpPr txBox="1"/>
          <p:nvPr/>
        </p:nvSpPr>
        <p:spPr>
          <a:xfrm>
            <a:off x="1040523" y="357352"/>
            <a:ext cx="34999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/>
              <a:t>Introduction:-</a:t>
            </a:r>
            <a:endParaRPr lang="en-IN" sz="2800" b="1" u="sng" dirty="0"/>
          </a:p>
        </p:txBody>
      </p:sp>
      <p:pic>
        <p:nvPicPr>
          <p:cNvPr id="3" name="Picture 4" descr="Social Media">
            <a:extLst>
              <a:ext uri="{FF2B5EF4-FFF2-40B4-BE49-F238E27FC236}">
                <a16:creationId xmlns:a16="http://schemas.microsoft.com/office/drawing/2014/main" id="{8F6A38FB-0E03-E281-C364-955B904A72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918" y="1199728"/>
            <a:ext cx="3579206" cy="2360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6" descr="Social media management: The 2026 expert playbook">
            <a:extLst>
              <a:ext uri="{FF2B5EF4-FFF2-40B4-BE49-F238E27FC236}">
                <a16:creationId xmlns:a16="http://schemas.microsoft.com/office/drawing/2014/main" id="{4A0DEE99-9F54-20BD-1D33-2253CEB191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328041" cy="2328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6E5C7F-B1C3-F421-D33E-E56FF1B605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0765" y="3378448"/>
            <a:ext cx="2908115" cy="26486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5C85F23-94AC-7267-578E-5ACC4164B8A4}"/>
              </a:ext>
            </a:extLst>
          </p:cNvPr>
          <p:cNvSpPr txBox="1"/>
          <p:nvPr/>
        </p:nvSpPr>
        <p:spPr>
          <a:xfrm>
            <a:off x="5108028" y="1178708"/>
            <a:ext cx="68317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refers to digital platforms that allow people to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create, share, and exchange information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others.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today’s digital age, social media is not just used for communication but also for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education, entertainment, business, and networking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D53197-1FCB-71FE-B42A-5FFA601A55AC}"/>
              </a:ext>
            </a:extLst>
          </p:cNvPr>
          <p:cNvSpPr txBox="1"/>
          <p:nvPr/>
        </p:nvSpPr>
        <p:spPr>
          <a:xfrm>
            <a:off x="972206" y="4241087"/>
            <a:ext cx="71365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also provides a space for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self-expression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individuals can share their thoughts, photos, videos, and opinions freely.</a:t>
            </a:r>
          </a:p>
        </p:txBody>
      </p:sp>
    </p:spTree>
    <p:extLst>
      <p:ext uri="{BB962C8B-B14F-4D97-AF65-F5344CB8AC3E}">
        <p14:creationId xmlns:p14="http://schemas.microsoft.com/office/powerpoint/2010/main" val="3991198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645662-B70A-05B8-CBBB-7B8D7FEC0445}"/>
              </a:ext>
            </a:extLst>
          </p:cNvPr>
          <p:cNvSpPr txBox="1"/>
          <p:nvPr/>
        </p:nvSpPr>
        <p:spPr>
          <a:xfrm>
            <a:off x="914399" y="693683"/>
            <a:ext cx="58963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Impacts </a:t>
            </a:r>
            <a:r>
              <a:rPr lang="en-IN" sz="2800" b="1" dirty="0"/>
              <a:t>:-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2BD012-9BAC-E5BD-C8F0-E9EB81D51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0345" y="1333637"/>
            <a:ext cx="6621518" cy="4414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422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296014-4D63-831F-CDD9-13C7E5D13600}"/>
              </a:ext>
            </a:extLst>
          </p:cNvPr>
          <p:cNvSpPr txBox="1"/>
          <p:nvPr/>
        </p:nvSpPr>
        <p:spPr>
          <a:xfrm>
            <a:off x="1303282" y="1695310"/>
            <a:ext cx="46771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Addiction </a:t>
            </a:r>
            <a:r>
              <a:rPr lang="en-IN" sz="2800" b="1" dirty="0"/>
              <a:t>:-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9A5FC8-534A-1644-BDBF-02FFA4885A39}"/>
              </a:ext>
            </a:extLst>
          </p:cNvPr>
          <p:cNvSpPr txBox="1"/>
          <p:nvPr/>
        </p:nvSpPr>
        <p:spPr>
          <a:xfrm>
            <a:off x="2375337" y="2643669"/>
            <a:ext cx="451944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Constant checking of notifications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Fear of Missing Out (FOMO)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productivity and focus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lead to anxiety and stress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7CB48C-4E5F-1B0A-6305-D30C31999780}"/>
              </a:ext>
            </a:extLst>
          </p:cNvPr>
          <p:cNvSpPr txBox="1"/>
          <p:nvPr/>
        </p:nvSpPr>
        <p:spPr>
          <a:xfrm>
            <a:off x="677918" y="706416"/>
            <a:ext cx="61012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Impacts </a:t>
            </a:r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:-</a:t>
            </a:r>
          </a:p>
        </p:txBody>
      </p:sp>
      <p:pic>
        <p:nvPicPr>
          <p:cNvPr id="2054" name="Picture 6" descr="Social media addiction. Human hand with handcuff chained with mobile phone">
            <a:extLst>
              <a:ext uri="{FF2B5EF4-FFF2-40B4-BE49-F238E27FC236}">
                <a16:creationId xmlns:a16="http://schemas.microsoft.com/office/drawing/2014/main" id="{5FF7A1D4-6290-2CA1-7DFF-5777CEE42E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2343" y="2216786"/>
            <a:ext cx="3846787" cy="2885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7009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C10290-69BA-4342-B047-ACBB387F9AF4}"/>
              </a:ext>
            </a:extLst>
          </p:cNvPr>
          <p:cNvSpPr txBox="1"/>
          <p:nvPr/>
        </p:nvSpPr>
        <p:spPr>
          <a:xfrm>
            <a:off x="1008993" y="756744"/>
            <a:ext cx="915451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on Self-Esteem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</a:p>
          <a:p>
            <a:endParaRPr lang="en-IN" sz="2800" b="1" dirty="0"/>
          </a:p>
          <a:p>
            <a:endParaRPr lang="en-IN" sz="2800" b="1" dirty="0"/>
          </a:p>
          <a:p>
            <a:endParaRPr lang="en-IN" sz="2800" b="1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ED17159-3A94-E442-9FCA-48F6744DC2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3698" y="-2757309"/>
            <a:ext cx="8261131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Unrealistic beauty standards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Comparing life with others’ “perfect” posts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Feeling unhappy</a:t>
            </a:r>
          </a:p>
        </p:txBody>
      </p:sp>
    </p:spTree>
    <p:extLst>
      <p:ext uri="{BB962C8B-B14F-4D97-AF65-F5344CB8AC3E}">
        <p14:creationId xmlns:p14="http://schemas.microsoft.com/office/powerpoint/2010/main" val="472438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4C668F-9A8F-2E33-D21A-986F832D26D0}"/>
              </a:ext>
            </a:extLst>
          </p:cNvPr>
          <p:cNvSpPr txBox="1"/>
          <p:nvPr/>
        </p:nvSpPr>
        <p:spPr>
          <a:xfrm>
            <a:off x="1739462" y="1870840"/>
            <a:ext cx="833470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Excessive use at night reduces sleep quality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Blue light affects brain activity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sleep increases stress and depression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83EF81-E3F9-3711-041A-6F668F2E2032}"/>
              </a:ext>
            </a:extLst>
          </p:cNvPr>
          <p:cNvSpPr txBox="1"/>
          <p:nvPr/>
        </p:nvSpPr>
        <p:spPr>
          <a:xfrm>
            <a:off x="956442" y="641132"/>
            <a:ext cx="7535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Sleep and Mental Health </a:t>
            </a:r>
            <a:r>
              <a:rPr lang="en-US" sz="2800" b="1" dirty="0"/>
              <a:t>:-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ECC912-7B09-F55F-DAF1-54DEDF646C43}"/>
              </a:ext>
            </a:extLst>
          </p:cNvPr>
          <p:cNvSpPr txBox="1"/>
          <p:nvPr/>
        </p:nvSpPr>
        <p:spPr>
          <a:xfrm>
            <a:off x="8849711" y="1513488"/>
            <a:ext cx="3342289" cy="28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642A92BC-9BA1-786A-E9A6-CFDA65E7A4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4083" y="1366344"/>
            <a:ext cx="3660227" cy="3660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4617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E4240F-F2EC-02F1-C7DC-6BA8BAB6A5D5}"/>
              </a:ext>
            </a:extLst>
          </p:cNvPr>
          <p:cNvSpPr txBox="1"/>
          <p:nvPr/>
        </p:nvSpPr>
        <p:spPr>
          <a:xfrm>
            <a:off x="2049517" y="1651477"/>
            <a:ext cx="594885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 screen time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regular breaks from social media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 positive and inspiring content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comparing yourself with others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E4D0ED-CB3E-D31F-7542-FE8E1444471C}"/>
              </a:ext>
            </a:extLst>
          </p:cNvPr>
          <p:cNvSpPr txBox="1"/>
          <p:nvPr/>
        </p:nvSpPr>
        <p:spPr>
          <a:xfrm>
            <a:off x="977462" y="693683"/>
            <a:ext cx="64428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Reduce Negative Impact </a:t>
            </a:r>
            <a:r>
              <a:rPr lang="en-US" sz="2800" b="1" dirty="0"/>
              <a:t>:-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480352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0F5FD0-E455-279B-4B0B-779EF40029E6}"/>
              </a:ext>
            </a:extLst>
          </p:cNvPr>
          <p:cNvSpPr txBox="1"/>
          <p:nvPr/>
        </p:nvSpPr>
        <p:spPr>
          <a:xfrm>
            <a:off x="1061545" y="735724"/>
            <a:ext cx="31636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IN" sz="2800" b="1" dirty="0"/>
              <a:t>:-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9D77B1-4A63-C5CD-CFEF-BB01ABA9FD94}"/>
              </a:ext>
            </a:extLst>
          </p:cNvPr>
          <p:cNvSpPr txBox="1"/>
          <p:nvPr/>
        </p:nvSpPr>
        <p:spPr>
          <a:xfrm>
            <a:off x="1797268" y="1674674"/>
            <a:ext cx="78827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is a powerful tool.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be helpful or harmful depending on usage 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 and awareness are key to maintaining mental health.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5102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Thank you Images - Free Download on Freepik">
            <a:extLst>
              <a:ext uri="{FF2B5EF4-FFF2-40B4-BE49-F238E27FC236}">
                <a16:creationId xmlns:a16="http://schemas.microsoft.com/office/drawing/2014/main" id="{73D2DD8E-3254-5EF6-A691-DA9184344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9115" y="884701"/>
            <a:ext cx="7336221" cy="4125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051730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{531342BC-6146-474B-A27A-318169728F7C}TFc986dd65-aaf0-4d5c-bef9-9c391ee05f7b738e0fce-4a319d133af4</Template>
  <TotalTime>1074</TotalTime>
  <Words>222</Words>
  <Application>Microsoft Office PowerPoint</Application>
  <PresentationFormat>Widescreen</PresentationFormat>
  <Paragraphs>62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Gill Sans MT</vt:lpstr>
      <vt:lpstr>Times New Roman</vt:lpstr>
      <vt:lpstr>Wingdings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KOMAL KHUNE</dc:creator>
  <cp:lastModifiedBy>KOMAL KHUNE</cp:lastModifiedBy>
  <cp:revision>16</cp:revision>
  <dcterms:created xsi:type="dcterms:W3CDTF">2026-03-19T18:22:05Z</dcterms:created>
  <dcterms:modified xsi:type="dcterms:W3CDTF">2026-03-28T08:40:51Z</dcterms:modified>
</cp:coreProperties>
</file>